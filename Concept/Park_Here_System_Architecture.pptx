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– Park_Here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App → Backend Server → Database</a:t>
            </a:r>
          </a:p>
          <a:p/>
          <a:p>
            <a:r>
              <a:t>Admin Panel → Backend Server</a:t>
            </a:r>
          </a:p>
          <a:p/>
          <a:p>
            <a:r>
              <a:t>Backend integrates with:</a:t>
            </a:r>
          </a:p>
          <a:p>
            <a:r>
              <a:t>• Payment Gateway</a:t>
            </a:r>
          </a:p>
          <a:p>
            <a:r>
              <a:t>• Google Maps API</a:t>
            </a:r>
          </a:p>
          <a:p>
            <a:r>
              <a:t>• Notification Service</a:t>
            </a:r>
          </a:p>
          <a:p/>
          <a:p>
            <a:r>
              <a:t>All components communicate via APIs.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