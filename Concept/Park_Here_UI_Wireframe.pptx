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Wireframe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Screens Included:</a:t>
            </a:r>
          </a:p>
          <a:p>
            <a:r>
              <a:t>• Splash Screen</a:t>
            </a:r>
          </a:p>
          <a:p>
            <a:r>
              <a:t>• Login / Signup</a:t>
            </a:r>
          </a:p>
          <a:p>
            <a:r>
              <a:t>• City Selection</a:t>
            </a:r>
          </a:p>
          <a:p>
            <a:r>
              <a:t>• Nearby Parking List</a:t>
            </a:r>
          </a:p>
          <a:p>
            <a:r>
              <a:t>• Slot Availability Screen</a:t>
            </a:r>
          </a:p>
          <a:p>
            <a:r>
              <a:t>• Payment Screen</a:t>
            </a:r>
          </a:p>
          <a:p>
            <a:r>
              <a:t>• Navigation Map Screen</a:t>
            </a:r>
          </a:p>
          <a:p>
            <a:r>
              <a:t>• Booking Summary</a:t>
            </a:r>
          </a:p>
          <a:p/>
          <a:p>
            <a:r>
              <a:t>Design Style:</a:t>
            </a:r>
          </a:p>
          <a:p>
            <a:r>
              <a:t>• Clean &amp; modern</a:t>
            </a:r>
          </a:p>
          <a:p>
            <a:r>
              <a:t>• Interactive cards</a:t>
            </a:r>
          </a:p>
          <a:p>
            <a:r>
              <a:t>• Map-based UI</a:t>
            </a:r>
          </a:p>
          <a:p>
            <a:r>
              <a:t>• Light/Dark mode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