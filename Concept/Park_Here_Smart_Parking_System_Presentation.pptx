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Park_Here – Smart Parking System (Rajasthan)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 smart parking solution for malls, hospitals, theatres &amp; public places.</a:t>
            </a:r>
          </a:p>
          <a:p>
            <a:r>
              <a:t>Digitally manage parking availability, payments, and navigation.</a:t>
            </a:r>
          </a:p>
          <a:p>
            <a:r>
              <a:t>Initial rollout limited to Rajasthan.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unified parking system across cities</a:t>
            </a:r>
          </a:p>
          <a:p>
            <a:r>
              <a:t>• Confusion about parking availability</a:t>
            </a:r>
          </a:p>
          <a:p>
            <a:r>
              <a:t>• Manual cash handling causes disputes</a:t>
            </a:r>
          </a:p>
          <a:p>
            <a:r>
              <a:t>• Time waste in searching parking</a:t>
            </a:r>
          </a:p>
          <a:p>
            <a:r>
              <a:t>• No standardized pricing system</a:t>
            </a:r>
          </a:p>
          <a:p>
            <a:r>
              <a:t>• Traffic congestion near malls &amp; hospitals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Park_Here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common parking app for all locations</a:t>
            </a:r>
          </a:p>
          <a:p>
            <a:r>
              <a:t>• Real-time parking slot availability</a:t>
            </a:r>
          </a:p>
          <a:p>
            <a:r>
              <a:t>• Online &amp; cash payment support</a:t>
            </a:r>
          </a:p>
          <a:p>
            <a:r>
              <a:t>• GPS-based parking navigation</a:t>
            </a:r>
          </a:p>
          <a:p>
            <a:r>
              <a:t>• Standardized pricing system</a:t>
            </a:r>
          </a:p>
          <a:p>
            <a:r>
              <a:t>• Time-based billing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Shopping Malls</a:t>
            </a:r>
          </a:p>
          <a:p>
            <a:r>
              <a:t>• Hospitals</a:t>
            </a:r>
          </a:p>
          <a:p>
            <a:r>
              <a:t>• Theatres</a:t>
            </a:r>
          </a:p>
          <a:p>
            <a:r>
              <a:t>• Public Parking Zones</a:t>
            </a:r>
          </a:p>
          <a:p>
            <a:r>
              <a:t>• Commercial Areas</a:t>
            </a:r>
          </a:p>
          <a:p>
            <a:r>
              <a:t>• Smart City Zones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Park_Here App</a:t>
            </a:r>
          </a:p>
          <a:p>
            <a:r>
              <a:t>2. Select city &amp; nearby parking</a:t>
            </a:r>
          </a:p>
          <a:p>
            <a:r>
              <a:t>3. View available slots</a:t>
            </a:r>
          </a:p>
          <a:p>
            <a:r>
              <a:t>4. Select vehicle type</a:t>
            </a:r>
          </a:p>
          <a:p>
            <a:r>
              <a:t>5. Choose duration</a:t>
            </a:r>
          </a:p>
          <a:p>
            <a:r>
              <a:t>6. Pay online or cash</a:t>
            </a:r>
          </a:p>
          <a:p>
            <a:r>
              <a:t>7. Navigate using maps</a:t>
            </a:r>
          </a:p>
          <a:p>
            <a:r>
              <a:t>8. Park easily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Parking Charges –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Payment:</a:t>
            </a:r>
          </a:p>
          <a:p>
            <a:r>
              <a:t>• 1–3 Hours → ₹25</a:t>
            </a:r>
          </a:p>
          <a:p>
            <a:r>
              <a:t>• 4–6 Hours → ₹50</a:t>
            </a:r>
          </a:p>
          <a:p>
            <a:r>
              <a:t>• 6–12 Hours → ₹100</a:t>
            </a:r>
          </a:p>
          <a:p>
            <a:r>
              <a:t>• 24 Hours → ₹150</a:t>
            </a:r>
          </a:p>
          <a:p>
            <a:endParaRPr/>
          </a:p>
          <a:p>
            <a:r>
              <a:t>Cash Payment:</a:t>
            </a:r>
          </a:p>
          <a:p>
            <a:r>
              <a:t>• ₹5–10 extra charge</a:t>
            </a:r>
          </a:p>
          <a:p>
            <a:r>
              <a:t>• Minimum ₹30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Parking Charges – Bikes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Payment:</a:t>
            </a:r>
          </a:p>
          <a:p>
            <a:r>
              <a:t>• 1–3 Hours → ₹15</a:t>
            </a:r>
          </a:p>
          <a:p>
            <a:r>
              <a:t>• 4–6 Hours → ₹30</a:t>
            </a:r>
          </a:p>
          <a:p>
            <a:r>
              <a:t>• 6–12 Hours → ₹60</a:t>
            </a:r>
          </a:p>
          <a:p>
            <a:r>
              <a:t>• 24 Hours → ₹80</a:t>
            </a:r>
          </a:p>
          <a:p>
            <a:endParaRPr/>
          </a:p>
          <a:p>
            <a:r>
              <a:t>Cash Payment:</a:t>
            </a:r>
          </a:p>
          <a:p>
            <a:r>
              <a:t>• Extra ₹5–10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Availability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Payment allowed only if slot is available</a:t>
            </a:r>
          </a:p>
          <a:p>
            <a:r>
              <a:t>• Auto slot update after entry/exit</a:t>
            </a:r>
          </a:p>
          <a:p>
            <a:r>
              <a:t>• Live counter on app</a:t>
            </a:r>
          </a:p>
          <a:p>
            <a:r>
              <a:t>• Prevents overbooking</a:t>
            </a:r>
          </a:p>
          <a:p>
            <a:r>
              <a:t>• Admin-controlled capacity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Maps &amp; Navigation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GPS-based location tracking</a:t>
            </a:r>
          </a:p>
          <a:p>
            <a:r>
              <a:t>• Nearest parking suggestions</a:t>
            </a:r>
          </a:p>
          <a:p>
            <a:r>
              <a:t>• Google Maps integration</a:t>
            </a:r>
          </a:p>
          <a:p>
            <a:r>
              <a:t>• Route guidance to parking</a:t>
            </a:r>
          </a:p>
          <a:p>
            <a:r>
              <a:t>• Distance &amp; ETA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 and modern interface</a:t>
            </a:r>
          </a:p>
          <a:p>
            <a:r>
              <a:t>• Interactive animations</a:t>
            </a:r>
          </a:p>
          <a:p>
            <a:r>
              <a:t>• City-based parking filter</a:t>
            </a:r>
          </a:p>
          <a:p>
            <a:r>
              <a:t>• Dark &amp; light mode</a:t>
            </a:r>
          </a:p>
          <a:p>
            <a:r>
              <a:t>• User-friendly dashboard</a:t>
            </a:r>
          </a:p>
          <a:p>
            <a:r>
              <a:t>• QR-based parking entry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/ remove parking locations</a:t>
            </a:r>
          </a:p>
          <a:p>
            <a:r>
              <a:t>• Set pricing rules</a:t>
            </a:r>
          </a:p>
          <a:p>
            <a:r>
              <a:t>• View daily earnings</a:t>
            </a:r>
          </a:p>
          <a:p>
            <a:r>
              <a:t>• Monitor slot usage</a:t>
            </a:r>
          </a:p>
          <a:p>
            <a:r>
              <a:t>• User &amp; transaction management</a:t>
            </a:r>
          </a:p>
          <a:p>
            <a:r>
              <a:t>• Reports &amp;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(Proposed)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Flutter / React Native</a:t>
            </a:r>
          </a:p>
          <a:p>
            <a:r>
              <a:t>Backend: Node.js / Django / Flask</a:t>
            </a:r>
          </a:p>
          <a:p>
            <a:r>
              <a:t>Database: Firebase / PostgreSQL</a:t>
            </a:r>
          </a:p>
          <a:p>
            <a:r>
              <a:t>Maps: Google Maps API</a:t>
            </a:r>
          </a:p>
          <a:p>
            <a:r>
              <a:t>Payments: UPI / Wallet / Cards</a:t>
            </a:r>
          </a:p>
          <a:p>
            <a:r>
              <a:t>Hosting: Cloud-based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Merits (Advantages)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time &amp; fuel</a:t>
            </a:r>
          </a:p>
          <a:p>
            <a:r>
              <a:t>• Reduces traffic congestion</a:t>
            </a:r>
          </a:p>
          <a:p>
            <a:r>
              <a:t>• Transparent pricing</a:t>
            </a:r>
          </a:p>
          <a:p>
            <a:r>
              <a:t>• Digital payments reduce corruption</a:t>
            </a:r>
          </a:p>
          <a:p>
            <a:r>
              <a:t>• Easy for users &amp; authorities</a:t>
            </a:r>
          </a:p>
          <a:p>
            <a:r>
              <a:t>• Scalable across cities</a:t>
            </a:r>
          </a:p>
          <a:p>
            <a:r>
              <a:t>• Better parking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Demerits (Limitations)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internet access</a:t>
            </a:r>
          </a:p>
          <a:p>
            <a:r>
              <a:t>• Initial setup cost high</a:t>
            </a:r>
          </a:p>
          <a:p>
            <a:r>
              <a:t>• Training needed for staff</a:t>
            </a:r>
          </a:p>
          <a:p>
            <a:r>
              <a:t>• Technical maintenance required</a:t>
            </a:r>
          </a:p>
          <a:p>
            <a:r>
              <a:t>• GPS inaccuracies in some areas</a:t>
            </a:r>
          </a:p>
          <a:p>
            <a:r>
              <a:t>• Dependency on smartphones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parking prediction</a:t>
            </a:r>
          </a:p>
          <a:p>
            <a:r>
              <a:t>• EV charging slot integration</a:t>
            </a:r>
          </a:p>
          <a:p>
            <a:r>
              <a:t>• Monthly parking passes</a:t>
            </a:r>
          </a:p>
          <a:p>
            <a:r>
              <a:t>• Camera-based vehicle detection</a:t>
            </a:r>
          </a:p>
          <a:p>
            <a:r>
              <a:t>• Number plate recognition</a:t>
            </a:r>
          </a:p>
          <a:p>
            <a:r>
              <a:t>• Smart city integration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Park_Here is a smart, scalable parking solution</a:t>
            </a:r>
          </a:p>
          <a:p>
            <a:r>
              <a:t>designed to simplify parking management in Rajasthan.</a:t>
            </a:r>
          </a:p>
          <a:p>
            <a:r>
              <a:t>It improves convenience, transparency &amp; efficiency.</a:t>
            </a:r>
          </a:p>
          <a:p>
            <a:endParaRPr/>
          </a:p>
          <a:p>
            <a:r>
              <a:t>A step towards Smart Cities 🚗📍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544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Park_Here – Smart Parking System (Rajasthan)</vt:lpstr>
      <vt:lpstr>Problem Statement</vt:lpstr>
      <vt:lpstr>Proposed Solution: Park_Here App</vt:lpstr>
      <vt:lpstr>Target Locations</vt:lpstr>
      <vt:lpstr>User Flow</vt:lpstr>
      <vt:lpstr>Parking Charges – Cars</vt:lpstr>
      <vt:lpstr>Parking Charges – Bikes</vt:lpstr>
      <vt:lpstr>Slot Availability Logic</vt:lpstr>
      <vt:lpstr>Maps &amp; Navigation System</vt:lpstr>
      <vt:lpstr>Design &amp; UI Features</vt:lpstr>
      <vt:lpstr>Admin Panel Features</vt:lpstr>
      <vt:lpstr>Technology Stack (Proposed)</vt:lpstr>
      <vt:lpstr>Merits (Advantages)</vt:lpstr>
      <vt:lpstr>Demerits (Limitations)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Sharma</cp:lastModifiedBy>
  <cp:revision>1</cp:revision>
  <dcterms:created xsi:type="dcterms:W3CDTF">2013-01-27T09:14:16Z</dcterms:created>
  <dcterms:modified xsi:type="dcterms:W3CDTF">2026-01-02T11:55:20Z</dcterms:modified>
  <cp:category/>
</cp:coreProperties>
</file>